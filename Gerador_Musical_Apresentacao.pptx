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abertura. Apresentar os nomes e o contexto da disciplina.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Descrever o que foi feito em cada fase.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brevemente o papel de cada classe. O professor verá o código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 GUI nativa primeiro — abre pepper.exe, digita texto, clica Play. Para Import/Export usar o terminal como fallback.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 o pepper.exe e o terminal já abertos antes de começar. Seguir essa ordem.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 honesto sobre as limitações. O professor vai ver o código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Encerrar com o link do repositório.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Gerador Musical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7C6A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partir de Texto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INF01120 — Desenvolvimento de Software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429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Johann Hardt  ·  Rafael Lucht  ·  UFRGS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implementamos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1430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Base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de caracteres → eventos musicais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notas (A–H), Mi bemol (Mb), pausas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instrumentos General MIDI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de terminal interativa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83480" y="11430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Fuga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60020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 = uma voz independente (polifonia)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iniciais por voz: instrumento, oitava, volume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de entrada com sintaxe [n]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Repetição de nota, carregar/salvar .txt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Vozes simultâneas com threads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arquivo .mid (MIDI 1.0)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— Classes Principais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252840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097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AudioParameters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Volume, BPM, Instrumento, Oitava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100584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252840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10128" y="1097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AudioEvent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10128" y="14813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abstrata para eventos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0" y="100584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252840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53328" y="1097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NoteEvent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53328" y="14813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musical com ajuste de oitava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252840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60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" y="29443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 independente com parâmetros próprios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246888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252840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2560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VoiceParser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10128" y="29443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→ lista de Voice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0" y="246888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252840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53328" y="2560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FugueScore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53328" y="29443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 vozes, play() com threads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28800" y="384048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252840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38528" y="39319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MidiExporter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938528" y="43159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FugueScore → arquivo .mid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0" y="384048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252840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8928" y="39319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FileManager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38928" y="43159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Carregar e salvar arquivos .txt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93192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9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11556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interativo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Digitar texto ou carregar .txt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Vozes simultâneas com threads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Reprodução via RtMidi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Escutar novamente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.mid e salvar .txt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960120"/>
            <a:ext cx="393192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83480" y="111556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nativa (ImGui + GLFW)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572768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nativa em C++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de texto editável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Botões Play e Export .mid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from .txt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 de volume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371600" y="192024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GUI — digitar [0] C D E F G A e clicar Play</a:t>
            </a:r>
            <a:endParaRPr lang="en-US" sz="18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Fuga com 3 vozes: [0] G A H C / [4] D E F G / [8] A B H C</a:t>
            </a:r>
            <a:endParaRPr lang="en-US" sz="18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Carregar arquivo .txt</a:t>
            </a:r>
            <a:endParaRPr lang="en-US" sz="18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arquivo .mid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Trabalho Futuro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14300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atuais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ainda em desenvolvimento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grande no EventMapper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VolumeChangeEvent com vol*2 fixo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005840"/>
            <a:ext cx="384048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74920" y="114300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futuro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0" y="160020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integração da GUI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Refatorar EventMapper com polimorfismo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a mais combinações de notas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C6A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Dúvidas?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github.com/RafaelLucht/inf01120-trabalho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2026-06-15T23:53:05Z</dcterms:created>
  <dcterms:modified xsi:type="dcterms:W3CDTF">2026-06-15T23:53:05Z</dcterms:modified>
</cp:coreProperties>
</file>